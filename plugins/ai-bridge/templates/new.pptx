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96e47e569140e7" /><Relationship Type="http://schemas.openxmlformats.org/officeDocument/2006/relationships/extended-properties" Target="/docProps/app.xml" Id="Rd9b3116472f64c00" /><Relationship Type="http://schemas.openxmlformats.org/officeDocument/2006/relationships/officeDocument" Target="/ppt/presentation.xml" Id="Rbe0f328e62a344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8fbc392944e7d"/>
  </p:sldMasterIdLst>
  <p:notesMasterIdLst>
    <p:notesMasterId xmlns:r="http://schemas.openxmlformats.org/officeDocument/2006/relationships" r:id="R8c3b26981d334ebd"/>
  </p:notesMasterIdLst>
  <p:sldIdLst>
    <p:sldId xmlns:r="http://schemas.openxmlformats.org/officeDocument/2006/relationships" id="256" r:id="R8a6406c6c36f40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396b2aa2e4d26" /><Relationship Type="http://schemas.openxmlformats.org/officeDocument/2006/relationships/slideMaster" Target="/ppt/slideMasters/slideMaster1.xml" Id="Rba68fbc392944e7d" /><Relationship Type="http://schemas.openxmlformats.org/officeDocument/2006/relationships/notesMaster" Target="/ppt/notesMasters/notesMaster1.xml" Id="R8c3b26981d334ebd" /><Relationship Type="http://schemas.openxmlformats.org/officeDocument/2006/relationships/presProps" Target="/ppt/presProps.xml" Id="R7efd82331fd042a9" /><Relationship Type="http://schemas.openxmlformats.org/officeDocument/2006/relationships/tableStyles" Target="/ppt/tableStyles.xml" Id="Rb86369d9017c4ca9" /><Relationship Type="http://schemas.openxmlformats.org/officeDocument/2006/relationships/slide" Target="/ppt/slides/slide1.xml" Id="R8a6406c6c36f40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ed19ee452c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bbbd946a34951" /><Relationship Type="http://schemas.openxmlformats.org/officeDocument/2006/relationships/notesMaster" Target="/ppt/notesMasters/notesMaster1.xml" Id="R53870ecd6e62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54067a4c64d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ebfde6cea4f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116c69d884cc8" /><Relationship Type="http://schemas.openxmlformats.org/officeDocument/2006/relationships/slideLayout" Target="/ppt/slideLayouts/slideLayout1.xml" Id="R745b3762f2764212" /><Relationship Type="http://schemas.openxmlformats.org/officeDocument/2006/relationships/slideLayout" Target="/ppt/slideLayouts/slideLayout2.xml" Id="R8b2ef3bba4dd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b3762f2764212"/>
    <p:sldLayoutId xmlns:r="http://schemas.openxmlformats.org/officeDocument/2006/relationships" id="2147483650" r:id="R8b2ef3bba4dd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691bc9a584205" /><Relationship Type="http://schemas.openxmlformats.org/officeDocument/2006/relationships/notesSlide" Target="/ppt/notesSlides/notesSlide1.xml" Id="Rbbc89103d44342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90059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2026-07-31T09:49:12.5200000Z</dcterms:created>
  <dcterms:modified xsi:type="dcterms:W3CDTF">2026-07-31T09:49:12.5200000Z</dcterms:modified>
</coreProperties>
</file>